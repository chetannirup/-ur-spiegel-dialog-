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8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D7643-CFB6-447B-B356-F2CD8FCDBEF7}" type="datetimeFigureOut">
              <a:rPr lang="de-DE"/>
              <a:t>03.07.2017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AF1CE7-1DAA-4DFF-8BA1-20D57B6456E2}" type="slidenum">
              <a:rPr lang="de-DE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871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F1CE7-1DAA-4DFF-8BA1-20D57B6456E2}" type="slidenum">
              <a:rPr lang="de-DE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901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F1CE7-1DAA-4DFF-8BA1-20D57B6456E2}" type="slidenum">
              <a:rPr lang="de-DE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5802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F1CE7-1DAA-4DFF-8BA1-20D57B6456E2}" type="slidenum">
              <a:rPr lang="de-DE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10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F1CE7-1DAA-4DFF-8BA1-20D57B6456E2}" type="slidenum">
              <a:rPr lang="de-DE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294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F1CE7-1DAA-4DFF-8BA1-20D57B6456E2}" type="slidenum">
              <a:rPr lang="de-DE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3018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F1CE7-1DAA-4DFF-8BA1-20D57B6456E2}" type="slidenum">
              <a:rPr lang="de-DE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4783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F1CE7-1DAA-4DFF-8BA1-20D57B6456E2}" type="slidenum">
              <a:rPr lang="de-DE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1234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F1CE7-1DAA-4DFF-8BA1-20D57B6456E2}" type="slidenum">
              <a:rPr lang="de-DE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9139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7/3/2017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7/3/2017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7/3/2017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7/3/2017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7/3/2017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7/3/2017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7/3/2017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7/3/2017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7/3/2017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7/3/2017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7/3/2017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7/3/2017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7/3/2017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7/3/2017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7/3/2017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7/3/2017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7/3/2017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7/3/2017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  <p:extLst>
              <p:ext uri="{D42A27DB-BD31-4B8C-83A1-F6EECF244321}">
                <p14:modId xmlns:p14="http://schemas.microsoft.com/office/powerpoint/2010/main" val="1630261106"/>
              </p:ext>
            </p:extLst>
          </p:nvPr>
        </p:nvSpPr>
        <p:spPr/>
        <p:txBody>
          <a:bodyPr/>
          <a:lstStyle/>
          <a:p>
            <a:r>
              <a:rPr lang="de-DE" sz="4000" dirty="0">
                <a:latin typeface="Book Antiqua"/>
                <a:ea typeface="MS Gothic"/>
              </a:rPr>
              <a:t>Das Reich formlosen Bewusstseins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  <p:extLst>
              <p:ext uri="{D42A27DB-BD31-4B8C-83A1-F6EECF244321}">
                <p14:modId xmlns:p14="http://schemas.microsoft.com/office/powerpoint/2010/main" val="1467495217"/>
              </p:ext>
            </p:extLst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de-DE" sz="7200" dirty="0">
                <a:latin typeface="Book Antiqua"/>
              </a:rPr>
              <a:t>Das Reich Gottes</a:t>
            </a:r>
          </a:p>
        </p:txBody>
      </p:sp>
    </p:spTree>
    <p:extLst>
      <p:ext uri="{BB962C8B-B14F-4D97-AF65-F5344CB8AC3E}">
        <p14:creationId xmlns:p14="http://schemas.microsoft.com/office/powerpoint/2010/main" val="4294799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2" descr="Unschuld Treue Reinhe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113" y="601982"/>
            <a:ext cx="9958387" cy="564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58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2" descr="wpe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" y="-7938"/>
            <a:ext cx="10602166" cy="678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54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2" descr="stacks_image_74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" y="14288"/>
            <a:ext cx="10183735" cy="676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40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2" descr="IchTrichter_StefanVonJankovich1990_00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572" y="9525"/>
            <a:ext cx="10468260" cy="676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520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2" descr="TNVOLL15-09-22-150805_12-Dimensionen_Burkhard_Hei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5" y="14288"/>
            <a:ext cx="10587754" cy="673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038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2" descr="7Xm9rP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107" y="23813"/>
            <a:ext cx="10316870" cy="682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09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2" descr="Gnothi_saut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-22225"/>
            <a:ext cx="7281863" cy="677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36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  <p:extLst>
              <p:ext uri="{D42A27DB-BD31-4B8C-83A1-F6EECF244321}">
                <p14:modId xmlns:p14="http://schemas.microsoft.com/office/powerpoint/2010/main" val="31514926"/>
              </p:ext>
            </p:extLst>
          </p:nvPr>
        </p:nvSpPr>
        <p:spPr/>
        <p:txBody>
          <a:bodyPr/>
          <a:lstStyle/>
          <a:p>
            <a:r>
              <a:rPr lang="de-DE" sz="4400" dirty="0" err="1">
                <a:latin typeface="Book Antiqua"/>
              </a:rPr>
              <a:t>Gnothi</a:t>
            </a:r>
            <a:r>
              <a:rPr lang="de-DE" sz="4400" dirty="0">
                <a:latin typeface="Book Antiqua"/>
              </a:rPr>
              <a:t> </a:t>
            </a:r>
            <a:r>
              <a:rPr lang="de-DE" sz="4400" dirty="0" err="1">
                <a:latin typeface="Book Antiqua"/>
              </a:rPr>
              <a:t>seauton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  <p:extLst>
              <p:ext uri="{D42A27DB-BD31-4B8C-83A1-F6EECF244321}">
                <p14:modId xmlns:p14="http://schemas.microsoft.com/office/powerpoint/2010/main" val="1351134734"/>
              </p:ext>
            </p:extLst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de-DE" dirty="0">
                <a:latin typeface="Book Antiqua"/>
              </a:rPr>
              <a:t>Ob Religion</a:t>
            </a:r>
          </a:p>
          <a:p>
            <a:r>
              <a:rPr lang="de-DE" dirty="0">
                <a:latin typeface="Book Antiqua"/>
              </a:rPr>
              <a:t>Ob Mystik</a:t>
            </a:r>
          </a:p>
          <a:p>
            <a:r>
              <a:rPr lang="de-DE" dirty="0">
                <a:latin typeface="Book Antiqua"/>
              </a:rPr>
              <a:t>Ob Naturwissenschaft</a:t>
            </a:r>
          </a:p>
          <a:p>
            <a:r>
              <a:rPr lang="de-DE" dirty="0">
                <a:latin typeface="Book Antiqua"/>
              </a:rPr>
              <a:t>Ob Mathematik</a:t>
            </a:r>
          </a:p>
          <a:p>
            <a:r>
              <a:rPr lang="de-DE" dirty="0">
                <a:latin typeface="Book Antiqua"/>
              </a:rPr>
              <a:t>"Erkenne dich selbst als den lebendigen Ausdruck des All-Einen !"</a:t>
            </a:r>
          </a:p>
          <a:p>
            <a:r>
              <a:rPr lang="de-DE" dirty="0">
                <a:latin typeface="Book Antiqua"/>
              </a:rPr>
              <a:t>So ist es.</a:t>
            </a:r>
          </a:p>
          <a:p>
            <a:r>
              <a:rPr lang="de-DE" dirty="0">
                <a:latin typeface="Book Antiqua"/>
              </a:rPr>
              <a:t>In Liebe.</a:t>
            </a:r>
          </a:p>
          <a:p>
            <a:r>
              <a:rPr lang="de-DE" dirty="0" err="1">
                <a:latin typeface="Book Antiqua"/>
              </a:rPr>
              <a:t>Chetan</a:t>
            </a:r>
            <a:r>
              <a:rPr lang="de-DE" dirty="0">
                <a:latin typeface="Book Antiqua"/>
              </a:rPr>
              <a:t> </a:t>
            </a:r>
            <a:r>
              <a:rPr lang="de-DE" dirty="0" err="1">
                <a:latin typeface="Book Antiqua"/>
              </a:rPr>
              <a:t>nirup</a:t>
            </a:r>
            <a:r>
              <a:rPr lang="de-DE" dirty="0">
                <a:latin typeface="Book Antiqua"/>
              </a:rPr>
              <a:t> ;-)</a:t>
            </a:r>
          </a:p>
        </p:txBody>
      </p:sp>
    </p:spTree>
    <p:extLst>
      <p:ext uri="{BB962C8B-B14F-4D97-AF65-F5344CB8AC3E}">
        <p14:creationId xmlns:p14="http://schemas.microsoft.com/office/powerpoint/2010/main" val="1953175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TC104033917[[fn=Berlin]]</Template>
  <TotalTime>0</TotalTime>
  <Words>0</Words>
  <Application>Microsoft Office PowerPoint</Application>
  <PresentationFormat>Breitbild</PresentationFormat>
  <Paragraphs>0</Paragraphs>
  <Slides>9</Slides>
  <Notes>8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0" baseType="lpstr">
      <vt:lpstr>Berlin</vt:lpstr>
      <vt:lpstr>Das Reich formlosen Bewusstseins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Gnothi seauton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Petr Barborik</dc:creator>
  <cp:lastModifiedBy>Petr Barborik</cp:lastModifiedBy>
  <cp:revision>3</cp:revision>
  <dcterms:created xsi:type="dcterms:W3CDTF">2013-07-31T16:12:53Z</dcterms:created>
  <dcterms:modified xsi:type="dcterms:W3CDTF">2017-07-03T20:50:23Z</dcterms:modified>
</cp:coreProperties>
</file>